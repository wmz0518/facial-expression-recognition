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FCC"/>
    <a:srgbClr val="F1E2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3"/>
    <p:restoredTop sz="94628"/>
  </p:normalViewPr>
  <p:slideViewPr>
    <p:cSldViewPr snapToGrid="0">
      <p:cViewPr varScale="1">
        <p:scale>
          <a:sx n="83" d="100"/>
          <a:sy n="83" d="100"/>
        </p:scale>
        <p:origin x="21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BBB54-99B6-9A4E-9BD9-D36424217D42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E7457-2170-B14D-9F8E-D1B5E3A3F4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896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E7457-2170-B14D-9F8E-D1B5E3A3F4C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6683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5172A-B2ED-CF94-9F52-AB463A165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50AC49-A2CD-C29B-F56C-5CE74B0C0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45A8D0-3E40-B52F-BB2D-1F88C53F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A575C-7A17-2B18-0C46-D61C0328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8685A7-1948-B24E-3F1E-F2981B79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139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45F4B-5A90-F1C4-CFBC-0B246350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8FD4A-F22D-2C61-66E6-34D813721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871B4-5F7F-73B9-0769-2D4E8561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CA6015-2BAE-B773-FFD3-895F7784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4C1FD0-FD52-D325-CAEB-3638A740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338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8079B-F0CC-3FD5-50F9-54976278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EC49D5-BB4D-57A4-D9DB-0B264633F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315E6-E49D-1F73-3842-9E637676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B65D1-3736-D724-1E90-816B634E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E6C22-CC34-876A-25BF-9C7AE7A4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715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7066B-B510-904D-932E-9E190809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A6804-CFBD-F57D-EA80-A23B56CFA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B6A25E-4562-6A02-D41F-177385C81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18DD28-B263-6BFA-17C5-8C4BE6C6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8DC80D-DF32-532B-E77B-27E556ED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8B9D3B-CCCD-114D-ED4E-B7C7724E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620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06A60-305D-7455-09FF-0D553694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494AC9-D1B8-54DB-D638-7B1270A95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71521E-563D-DB95-E803-5A77900FA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4B117E-CB0C-6C31-12ED-B7FF96C05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6DDE7A-A63E-3AF2-8DD5-A88B40648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5DC550-EB07-0498-1365-659A4272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89E3D7-1088-DBAC-8EFB-FD45299C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9D1216-01A9-8156-754B-DD248F93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490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7BDA0-A43E-23BE-2007-3D0F2BF7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2B47F0-B609-336D-596F-BDE15442F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CB4409-F174-6CDE-DDC3-E448C31E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D58767-CFE0-0CB3-56EB-A107FCE8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206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0C32B8-66C4-F657-6CB3-F4C94821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2D8B87-5BC4-FFDB-27E3-08F57A7EB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8C866-8AC0-3BBA-0D47-04F6C29F9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86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CEC9D-D127-7959-097B-9DE96E00F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96B44-49C5-ED14-4D82-0A19F02B0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04F15E-DDD9-85AA-D363-00241640B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85726E-620A-6696-2FF0-8E5A1BCF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D591B-9E3A-74C1-459D-2507D43B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21D0D-6A2A-44F9-1808-2084EC4A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1955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6D550-DA11-1D06-358A-7FB9D5B6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A05015-C922-8BCD-2116-A01FA804C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5AC08F-E9FA-5FD1-AD84-5D4BB4A8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334CE1-89B4-4040-092A-D3EBB074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D0E642-F96B-8ED8-0B18-5DBA9D24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ADDF46-A7D9-4474-6FE8-092D54EE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946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94BA6-7E83-C6B5-C114-D4E42331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9F165C-03C9-C84D-3901-B2EC6216B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B3498-909A-A655-3E54-7F8163DA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7D609-151E-2E52-D7C7-071BEE48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8AF65F-D478-1BFF-CC53-EDA20BF7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831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CDB19B-81D4-663E-924F-017988E67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FBE8A0-CEB2-E0FD-550C-5D14CA62A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D4C7C-A9FC-C564-FFB1-399CA0C8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BBAA44-4F9A-9C5E-0B5E-3A2DAA89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B6C41E-7D52-78CE-4B12-FF93FADB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231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8CEAA3-838B-0985-E594-07D66752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269C47-9BD4-33B2-4F97-1CAD83256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E6B91E-3FBB-1215-7624-83C4379FB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7E51D-85AB-DA44-8BB1-048207609514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0B81B-A09E-E7D5-2D62-EEF3C6A23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C3FF7-271B-5E39-6EF0-AF3A80BE7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0D94-9C84-BC4E-8C7D-B28C0D7181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895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9B61B6E6-C934-B3C6-9B71-447E43888C9A}"/>
              </a:ext>
            </a:extLst>
          </p:cNvPr>
          <p:cNvSpPr/>
          <p:nvPr/>
        </p:nvSpPr>
        <p:spPr>
          <a:xfrm>
            <a:off x="239252" y="306765"/>
            <a:ext cx="11788518" cy="33577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D2D1A2E-56E8-C377-667A-066B9AD813B1}"/>
              </a:ext>
            </a:extLst>
          </p:cNvPr>
          <p:cNvSpPr/>
          <p:nvPr/>
        </p:nvSpPr>
        <p:spPr>
          <a:xfrm>
            <a:off x="4492831" y="412832"/>
            <a:ext cx="662842" cy="1574975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384A82-9957-ED45-4A24-066DC7908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970" y="713365"/>
            <a:ext cx="447853" cy="463297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B5BB73AB-90DB-F8B7-A3A1-6A2068CED9E6}"/>
              </a:ext>
            </a:extLst>
          </p:cNvPr>
          <p:cNvSpPr/>
          <p:nvPr/>
        </p:nvSpPr>
        <p:spPr>
          <a:xfrm>
            <a:off x="674495" y="826118"/>
            <a:ext cx="897544" cy="2305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OpenFace</a:t>
            </a:r>
            <a:endParaRPr kumimoji="1" lang="zh-CN" altLang="en-US" sz="11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425ECA60-32C9-7304-A3F4-F5D226E1A238}"/>
              </a:ext>
            </a:extLst>
          </p:cNvPr>
          <p:cNvCxnSpPr>
            <a:cxnSpLocks/>
          </p:cNvCxnSpPr>
          <p:nvPr/>
        </p:nvCxnSpPr>
        <p:spPr>
          <a:xfrm>
            <a:off x="1107568" y="1056622"/>
            <a:ext cx="0" cy="179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1A66377C-720A-8E43-7912-78E701D1709B}"/>
              </a:ext>
            </a:extLst>
          </p:cNvPr>
          <p:cNvCxnSpPr>
            <a:cxnSpLocks/>
            <a:stCxn id="21" idx="1"/>
            <a:endCxn id="30" idx="1"/>
          </p:cNvCxnSpPr>
          <p:nvPr/>
        </p:nvCxnSpPr>
        <p:spPr>
          <a:xfrm>
            <a:off x="962167" y="1285676"/>
            <a:ext cx="6421" cy="725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D71B380-55D7-AABF-FEE9-7D06E5114D56}"/>
              </a:ext>
            </a:extLst>
          </p:cNvPr>
          <p:cNvSpPr/>
          <p:nvPr/>
        </p:nvSpPr>
        <p:spPr>
          <a:xfrm>
            <a:off x="962167" y="1257798"/>
            <a:ext cx="515595" cy="5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2BB07-6F23-0264-8954-D4720697FCEF}"/>
              </a:ext>
            </a:extLst>
          </p:cNvPr>
          <p:cNvSpPr/>
          <p:nvPr/>
        </p:nvSpPr>
        <p:spPr>
          <a:xfrm>
            <a:off x="971292" y="1381552"/>
            <a:ext cx="633856" cy="51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0A5529-E91A-6518-DC87-521C546FFF1C}"/>
              </a:ext>
            </a:extLst>
          </p:cNvPr>
          <p:cNvSpPr/>
          <p:nvPr/>
        </p:nvSpPr>
        <p:spPr>
          <a:xfrm>
            <a:off x="968588" y="1501590"/>
            <a:ext cx="386503" cy="51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1D5DF0-D9D5-61B4-6BE1-BF3D9ECADD08}"/>
              </a:ext>
            </a:extLst>
          </p:cNvPr>
          <p:cNvSpPr txBox="1"/>
          <p:nvPr/>
        </p:nvSpPr>
        <p:spPr>
          <a:xfrm>
            <a:off x="1002079" y="1553476"/>
            <a:ext cx="1185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</a:p>
          <a:p>
            <a:r>
              <a:rPr kumimoji="1"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</a:p>
          <a:p>
            <a:r>
              <a:rPr kumimoji="1"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5A45D6-CE44-1D90-8652-8971EA8959EE}"/>
              </a:ext>
            </a:extLst>
          </p:cNvPr>
          <p:cNvSpPr/>
          <p:nvPr/>
        </p:nvSpPr>
        <p:spPr>
          <a:xfrm>
            <a:off x="972245" y="1826363"/>
            <a:ext cx="776510" cy="50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E8CBB6-D864-A943-A809-5A3167235FA5}"/>
              </a:ext>
            </a:extLst>
          </p:cNvPr>
          <p:cNvSpPr/>
          <p:nvPr/>
        </p:nvSpPr>
        <p:spPr>
          <a:xfrm>
            <a:off x="968588" y="1985615"/>
            <a:ext cx="235085" cy="50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61C7BD8-7C38-99A1-6DB9-6BFAB758754B}"/>
              </a:ext>
            </a:extLst>
          </p:cNvPr>
          <p:cNvSpPr txBox="1"/>
          <p:nvPr/>
        </p:nvSpPr>
        <p:spPr>
          <a:xfrm>
            <a:off x="618641" y="1176662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kumimoji="1"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kumimoji="1"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kumimoji="1"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kumimoji="1"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kumimoji="1"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7BBF49-FA84-4812-F540-463DBB9A7C04}"/>
              </a:ext>
            </a:extLst>
          </p:cNvPr>
          <p:cNvSpPr txBox="1"/>
          <p:nvPr/>
        </p:nvSpPr>
        <p:spPr>
          <a:xfrm>
            <a:off x="767602" y="1553476"/>
            <a:ext cx="1185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</a:p>
          <a:p>
            <a:r>
              <a:rPr kumimoji="1"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</a:p>
          <a:p>
            <a:r>
              <a:rPr kumimoji="1"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46D722E-D549-DD1A-ACBC-92CB4BE8EBAD}"/>
              </a:ext>
            </a:extLst>
          </p:cNvPr>
          <p:cNvSpPr txBox="1"/>
          <p:nvPr/>
        </p:nvSpPr>
        <p:spPr>
          <a:xfrm>
            <a:off x="585463" y="1758367"/>
            <a:ext cx="421910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kumimoji="1"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kumimoji="1" lang="en-US" altLang="zh-C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kumimoji="1" lang="en-US" altLang="zh-CN" sz="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kumimoji="1" lang="en-US" altLang="zh-CN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DAF1100-3EBD-E74B-B976-FFD74B0BE288}"/>
              </a:ext>
            </a:extLst>
          </p:cNvPr>
          <p:cNvSpPr/>
          <p:nvPr/>
        </p:nvSpPr>
        <p:spPr>
          <a:xfrm>
            <a:off x="472612" y="2325643"/>
            <a:ext cx="1169012" cy="33824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kumimoji="1" lang="zh-CN" altLang="en-US" sz="11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Descrption</a:t>
            </a:r>
            <a:endParaRPr kumimoji="1" lang="zh-CN" altLang="en-US" sz="11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47FCDBEF-975A-C237-CAC4-11DFCAA09638}"/>
              </a:ext>
            </a:extLst>
          </p:cNvPr>
          <p:cNvSpPr/>
          <p:nvPr/>
        </p:nvSpPr>
        <p:spPr>
          <a:xfrm>
            <a:off x="660471" y="2795159"/>
            <a:ext cx="796706" cy="3079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endParaRPr kumimoji="1" lang="zh-CN" altLang="en-US" sz="11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4D026741-CD73-AC62-26D1-FEEDD8CB1591}"/>
              </a:ext>
            </a:extLst>
          </p:cNvPr>
          <p:cNvSpPr/>
          <p:nvPr/>
        </p:nvSpPr>
        <p:spPr>
          <a:xfrm>
            <a:off x="1937769" y="2334731"/>
            <a:ext cx="357217" cy="8231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77A75F51-C697-D0AE-2229-901DDDDAF077}"/>
              </a:ext>
            </a:extLst>
          </p:cNvPr>
          <p:cNvSpPr/>
          <p:nvPr/>
        </p:nvSpPr>
        <p:spPr>
          <a:xfrm>
            <a:off x="2497985" y="2493232"/>
            <a:ext cx="945149" cy="5086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  <a:p>
            <a:pPr algn="ctr"/>
            <a:r>
              <a:rPr kumimoji="1"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endParaRPr kumimoji="1" lang="zh-CN" altLang="en-US" sz="16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梯形 90">
            <a:extLst>
              <a:ext uri="{FF2B5EF4-FFF2-40B4-BE49-F238E27FC236}">
                <a16:creationId xmlns:a16="http://schemas.microsoft.com/office/drawing/2014/main" id="{E4214F67-1194-B2F9-7665-2F34A11F0F5B}"/>
              </a:ext>
            </a:extLst>
          </p:cNvPr>
          <p:cNvSpPr/>
          <p:nvPr/>
        </p:nvSpPr>
        <p:spPr>
          <a:xfrm rot="5400000">
            <a:off x="5355194" y="861683"/>
            <a:ext cx="1305432" cy="662834"/>
          </a:xfrm>
          <a:prstGeom prst="trapezoid">
            <a:avLst>
              <a:gd name="adj" fmla="val 5103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3868672-C948-633A-E186-05EE281FB080}"/>
              </a:ext>
            </a:extLst>
          </p:cNvPr>
          <p:cNvSpPr txBox="1"/>
          <p:nvPr/>
        </p:nvSpPr>
        <p:spPr>
          <a:xfrm>
            <a:off x="5600081" y="928395"/>
            <a:ext cx="865691" cy="529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0C29EB5A-0437-EE0C-9758-00CC91AF3296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832823" y="941370"/>
            <a:ext cx="880185" cy="3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50A58CCB-32C7-E5D0-3B49-F4D93EE6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479" y="505379"/>
            <a:ext cx="417530" cy="4319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E58140B-C750-AA77-A1D1-D0208377A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479" y="1000767"/>
            <a:ext cx="417530" cy="4319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59FD80D-4265-E7AA-4E8F-2EFDAD09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59" y="1498411"/>
            <a:ext cx="417530" cy="431928"/>
          </a:xfrm>
          <a:prstGeom prst="rect">
            <a:avLst/>
          </a:prstGeom>
        </p:spPr>
      </p:pic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FBBE5270-C05D-70A9-24B1-8A6C8DABD68B}"/>
              </a:ext>
            </a:extLst>
          </p:cNvPr>
          <p:cNvCxnSpPr>
            <a:cxnSpLocks/>
          </p:cNvCxnSpPr>
          <p:nvPr/>
        </p:nvCxnSpPr>
        <p:spPr>
          <a:xfrm>
            <a:off x="3443134" y="2746331"/>
            <a:ext cx="26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416645A-592B-1783-45F7-204EF3A321C1}"/>
              </a:ext>
            </a:extLst>
          </p:cNvPr>
          <p:cNvCxnSpPr>
            <a:cxnSpLocks/>
          </p:cNvCxnSpPr>
          <p:nvPr/>
        </p:nvCxnSpPr>
        <p:spPr>
          <a:xfrm>
            <a:off x="6332576" y="1184683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DD746C93-E213-8BEF-4704-01643C12EF95}"/>
              </a:ext>
            </a:extLst>
          </p:cNvPr>
          <p:cNvSpPr/>
          <p:nvPr/>
        </p:nvSpPr>
        <p:spPr>
          <a:xfrm>
            <a:off x="4340996" y="2110725"/>
            <a:ext cx="998319" cy="11767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3DEC895-FABC-F1B8-76EC-9D6CDE94E66D}"/>
              </a:ext>
            </a:extLst>
          </p:cNvPr>
          <p:cNvSpPr txBox="1"/>
          <p:nvPr/>
        </p:nvSpPr>
        <p:spPr>
          <a:xfrm>
            <a:off x="4350532" y="2208475"/>
            <a:ext cx="988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Caption-A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911E48B8-AE18-7BDC-3CCD-11E8F96DA8EA}"/>
              </a:ext>
            </a:extLst>
          </p:cNvPr>
          <p:cNvSpPr txBox="1"/>
          <p:nvPr/>
        </p:nvSpPr>
        <p:spPr>
          <a:xfrm>
            <a:off x="4350530" y="2563405"/>
            <a:ext cx="988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Caption-B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4AAD89B-0162-3514-DA34-62FBF082D86B}"/>
              </a:ext>
            </a:extLst>
          </p:cNvPr>
          <p:cNvSpPr txBox="1"/>
          <p:nvPr/>
        </p:nvSpPr>
        <p:spPr>
          <a:xfrm>
            <a:off x="4336493" y="2918739"/>
            <a:ext cx="988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Caption-C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E17DF63-427E-5EFB-F913-27659543807B}"/>
              </a:ext>
            </a:extLst>
          </p:cNvPr>
          <p:cNvCxnSpPr>
            <a:stCxn id="30" idx="2"/>
          </p:cNvCxnSpPr>
          <p:nvPr/>
        </p:nvCxnSpPr>
        <p:spPr>
          <a:xfrm flipH="1">
            <a:off x="1086130" y="2036331"/>
            <a:ext cx="1" cy="299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007D6A1-F16F-8D54-CD5D-97548CDE5149}"/>
              </a:ext>
            </a:extLst>
          </p:cNvPr>
          <p:cNvSpPr txBox="1"/>
          <p:nvPr/>
        </p:nvSpPr>
        <p:spPr>
          <a:xfrm>
            <a:off x="1057119" y="2036331"/>
            <a:ext cx="584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k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FA49E18E-0EE9-7F2F-34EE-AC4B7FA7F763}"/>
              </a:ext>
            </a:extLst>
          </p:cNvPr>
          <p:cNvCxnSpPr>
            <a:stCxn id="35" idx="3"/>
          </p:cNvCxnSpPr>
          <p:nvPr/>
        </p:nvCxnSpPr>
        <p:spPr>
          <a:xfrm>
            <a:off x="1641624" y="2494765"/>
            <a:ext cx="311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FE1B969F-C57D-E213-9F16-775A7AC15A93}"/>
              </a:ext>
            </a:extLst>
          </p:cNvPr>
          <p:cNvCxnSpPr>
            <a:stCxn id="41" idx="3"/>
          </p:cNvCxnSpPr>
          <p:nvPr/>
        </p:nvCxnSpPr>
        <p:spPr>
          <a:xfrm flipV="1">
            <a:off x="1457177" y="2949114"/>
            <a:ext cx="48059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6D6A6F8-470E-D548-E60B-593A82FE731E}"/>
              </a:ext>
            </a:extLst>
          </p:cNvPr>
          <p:cNvCxnSpPr>
            <a:cxnSpLocks/>
          </p:cNvCxnSpPr>
          <p:nvPr/>
        </p:nvCxnSpPr>
        <p:spPr>
          <a:xfrm>
            <a:off x="2304520" y="2746330"/>
            <a:ext cx="202999" cy="1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E1A42A11-FD77-F334-5A31-A7CBF59359FA}"/>
              </a:ext>
            </a:extLst>
          </p:cNvPr>
          <p:cNvCxnSpPr>
            <a:stCxn id="6" idx="1"/>
            <a:endCxn id="13" idx="3"/>
          </p:cNvCxnSpPr>
          <p:nvPr/>
        </p:nvCxnSpPr>
        <p:spPr>
          <a:xfrm flipH="1" flipV="1">
            <a:off x="1572039" y="941370"/>
            <a:ext cx="812931" cy="3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4B667406-5CC3-88D6-177A-BAF0774CADDA}"/>
              </a:ext>
            </a:extLst>
          </p:cNvPr>
          <p:cNvSpPr/>
          <p:nvPr/>
        </p:nvSpPr>
        <p:spPr>
          <a:xfrm>
            <a:off x="3713009" y="622707"/>
            <a:ext cx="311362" cy="25352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9D64EBB6-AE6C-AF0C-4AC5-05482EB33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100486" y="1777270"/>
            <a:ext cx="1527881" cy="245353"/>
          </a:xfrm>
          <a:prstGeom prst="rect">
            <a:avLst/>
          </a:prstGeom>
        </p:spPr>
      </p:pic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A92E8A0C-C960-7B89-FF6E-AA25C2EB7C21}"/>
              </a:ext>
            </a:extLst>
          </p:cNvPr>
          <p:cNvCxnSpPr>
            <a:cxnSpLocks/>
          </p:cNvCxnSpPr>
          <p:nvPr/>
        </p:nvCxnSpPr>
        <p:spPr>
          <a:xfrm>
            <a:off x="4033905" y="947409"/>
            <a:ext cx="4589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8BC6DD7A-C92A-E105-450F-5DE4E65DB5E9}"/>
              </a:ext>
            </a:extLst>
          </p:cNvPr>
          <p:cNvCxnSpPr>
            <a:cxnSpLocks/>
          </p:cNvCxnSpPr>
          <p:nvPr/>
        </p:nvCxnSpPr>
        <p:spPr>
          <a:xfrm>
            <a:off x="4033905" y="2746331"/>
            <a:ext cx="316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梯形 116">
            <a:extLst>
              <a:ext uri="{FF2B5EF4-FFF2-40B4-BE49-F238E27FC236}">
                <a16:creationId xmlns:a16="http://schemas.microsoft.com/office/drawing/2014/main" id="{578EEA7A-B690-8029-AA57-967D4B391841}"/>
              </a:ext>
            </a:extLst>
          </p:cNvPr>
          <p:cNvSpPr/>
          <p:nvPr/>
        </p:nvSpPr>
        <p:spPr>
          <a:xfrm rot="5400000">
            <a:off x="5350091" y="2389144"/>
            <a:ext cx="1305432" cy="662834"/>
          </a:xfrm>
          <a:prstGeom prst="trapezoid">
            <a:avLst>
              <a:gd name="adj" fmla="val 5103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FD1CABE-63D2-8D60-345A-992FB3FF5213}"/>
              </a:ext>
            </a:extLst>
          </p:cNvPr>
          <p:cNvSpPr txBox="1"/>
          <p:nvPr/>
        </p:nvSpPr>
        <p:spPr>
          <a:xfrm>
            <a:off x="5563542" y="2454420"/>
            <a:ext cx="889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0C05F56D-55A7-004C-D892-45BA8E9F215E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155673" y="1200320"/>
            <a:ext cx="520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1327C088-24BE-3829-EC01-29B076051946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5339315" y="2713438"/>
            <a:ext cx="339066" cy="3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3E235C80-3513-15D6-0DDB-24A119D11C20}"/>
              </a:ext>
            </a:extLst>
          </p:cNvPr>
          <p:cNvCxnSpPr>
            <a:cxnSpLocks/>
          </p:cNvCxnSpPr>
          <p:nvPr/>
        </p:nvCxnSpPr>
        <p:spPr>
          <a:xfrm>
            <a:off x="6339327" y="2714484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圆角矩形 137">
            <a:extLst>
              <a:ext uri="{FF2B5EF4-FFF2-40B4-BE49-F238E27FC236}">
                <a16:creationId xmlns:a16="http://schemas.microsoft.com/office/drawing/2014/main" id="{0773497B-DC33-1EAB-CC87-7B23AA137D0E}"/>
              </a:ext>
            </a:extLst>
          </p:cNvPr>
          <p:cNvSpPr/>
          <p:nvPr/>
        </p:nvSpPr>
        <p:spPr>
          <a:xfrm>
            <a:off x="10220353" y="853718"/>
            <a:ext cx="1728157" cy="2158829"/>
          </a:xfrm>
          <a:prstGeom prst="roundRect">
            <a:avLst/>
          </a:prstGeom>
          <a:solidFill>
            <a:srgbClr val="F9EFCC"/>
          </a:solidFill>
          <a:ln>
            <a:solidFill>
              <a:srgbClr val="F1E2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integrated contrast learning</a:t>
            </a:r>
            <a:endParaRPr kumimoji="1"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63D2F63-537C-3DA4-EFBE-C6D6FA4B3D6D}"/>
              </a:ext>
            </a:extLst>
          </p:cNvPr>
          <p:cNvSpPr/>
          <p:nvPr/>
        </p:nvSpPr>
        <p:spPr>
          <a:xfrm>
            <a:off x="6732566" y="815128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FAC5100D-2A20-C13C-20A6-4C7BEF6DAF04}"/>
              </a:ext>
            </a:extLst>
          </p:cNvPr>
          <p:cNvSpPr/>
          <p:nvPr/>
        </p:nvSpPr>
        <p:spPr>
          <a:xfrm>
            <a:off x="7099540" y="814829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2B279F6-BEA9-95D6-54BB-23D4307DBE7C}"/>
              </a:ext>
            </a:extLst>
          </p:cNvPr>
          <p:cNvSpPr/>
          <p:nvPr/>
        </p:nvSpPr>
        <p:spPr>
          <a:xfrm>
            <a:off x="6730081" y="1184683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3C83F711-B45B-41F0-A547-AA74A594F06D}"/>
              </a:ext>
            </a:extLst>
          </p:cNvPr>
          <p:cNvSpPr/>
          <p:nvPr/>
        </p:nvSpPr>
        <p:spPr>
          <a:xfrm>
            <a:off x="7097055" y="1184384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A69C1FF9-2212-FFC6-B6E8-2A878194B7B2}"/>
              </a:ext>
            </a:extLst>
          </p:cNvPr>
          <p:cNvSpPr/>
          <p:nvPr/>
        </p:nvSpPr>
        <p:spPr>
          <a:xfrm>
            <a:off x="7464029" y="1189330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014622C9-5306-F8AB-BF5B-B8D3C68E1292}"/>
              </a:ext>
            </a:extLst>
          </p:cNvPr>
          <p:cNvSpPr/>
          <p:nvPr/>
        </p:nvSpPr>
        <p:spPr>
          <a:xfrm>
            <a:off x="7831003" y="1189031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27E58C0-A8DD-4B12-7717-4F85BE78F570}"/>
              </a:ext>
            </a:extLst>
          </p:cNvPr>
          <p:cNvSpPr/>
          <p:nvPr/>
        </p:nvSpPr>
        <p:spPr>
          <a:xfrm>
            <a:off x="7471003" y="813693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ECD9BE2-C317-34C1-434D-EAF0163B4A48}"/>
              </a:ext>
            </a:extLst>
          </p:cNvPr>
          <p:cNvSpPr/>
          <p:nvPr/>
        </p:nvSpPr>
        <p:spPr>
          <a:xfrm>
            <a:off x="7837977" y="818639"/>
            <a:ext cx="36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BF6411BA-2C1A-3F8C-12F8-CD2963D39AB7}"/>
              </a:ext>
            </a:extLst>
          </p:cNvPr>
          <p:cNvSpPr/>
          <p:nvPr/>
        </p:nvSpPr>
        <p:spPr>
          <a:xfrm>
            <a:off x="6745293" y="2368712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77343F2F-30BC-F61D-C0FF-82B382209538}"/>
              </a:ext>
            </a:extLst>
          </p:cNvPr>
          <p:cNvSpPr/>
          <p:nvPr/>
        </p:nvSpPr>
        <p:spPr>
          <a:xfrm>
            <a:off x="7112267" y="2368413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B9B4E15-612F-4C2A-B66A-56CBA9039EEE}"/>
              </a:ext>
            </a:extLst>
          </p:cNvPr>
          <p:cNvSpPr/>
          <p:nvPr/>
        </p:nvSpPr>
        <p:spPr>
          <a:xfrm>
            <a:off x="6742808" y="273826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4CE13047-8860-B2C1-241C-AC2F92137462}"/>
              </a:ext>
            </a:extLst>
          </p:cNvPr>
          <p:cNvSpPr/>
          <p:nvPr/>
        </p:nvSpPr>
        <p:spPr>
          <a:xfrm>
            <a:off x="7109782" y="2737968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A5826778-10E8-40E7-4A10-442491ED4BCF}"/>
              </a:ext>
            </a:extLst>
          </p:cNvPr>
          <p:cNvSpPr/>
          <p:nvPr/>
        </p:nvSpPr>
        <p:spPr>
          <a:xfrm>
            <a:off x="7476756" y="2742914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EB87BE7-0431-E68A-28A9-A7AA749100C6}"/>
              </a:ext>
            </a:extLst>
          </p:cNvPr>
          <p:cNvSpPr/>
          <p:nvPr/>
        </p:nvSpPr>
        <p:spPr>
          <a:xfrm>
            <a:off x="7843730" y="2742615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54A16ABC-ACAB-A537-B1A9-6449617A6BCA}"/>
              </a:ext>
            </a:extLst>
          </p:cNvPr>
          <p:cNvSpPr/>
          <p:nvPr/>
        </p:nvSpPr>
        <p:spPr>
          <a:xfrm>
            <a:off x="7471204" y="2367277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424D21E-E0C4-3716-0CBA-A2D6692AE24B}"/>
              </a:ext>
            </a:extLst>
          </p:cNvPr>
          <p:cNvSpPr/>
          <p:nvPr/>
        </p:nvSpPr>
        <p:spPr>
          <a:xfrm>
            <a:off x="7838178" y="2372223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6" name="圆角矩形 155">
            <a:extLst>
              <a:ext uri="{FF2B5EF4-FFF2-40B4-BE49-F238E27FC236}">
                <a16:creationId xmlns:a16="http://schemas.microsoft.com/office/drawing/2014/main" id="{10802023-34E6-CAF9-9CE1-EAEC7FB881E1}"/>
              </a:ext>
            </a:extLst>
          </p:cNvPr>
          <p:cNvSpPr/>
          <p:nvPr/>
        </p:nvSpPr>
        <p:spPr>
          <a:xfrm>
            <a:off x="8507814" y="1385790"/>
            <a:ext cx="1448535" cy="10890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reconstruction</a:t>
            </a:r>
            <a:endParaRPr kumimoji="1"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0" name="肘形连接符 159">
            <a:extLst>
              <a:ext uri="{FF2B5EF4-FFF2-40B4-BE49-F238E27FC236}">
                <a16:creationId xmlns:a16="http://schemas.microsoft.com/office/drawing/2014/main" id="{136112F1-BC7F-9AED-30F4-01AD8262D4A7}"/>
              </a:ext>
            </a:extLst>
          </p:cNvPr>
          <p:cNvCxnSpPr>
            <a:cxnSpLocks/>
          </p:cNvCxnSpPr>
          <p:nvPr/>
        </p:nvCxnSpPr>
        <p:spPr>
          <a:xfrm>
            <a:off x="7471003" y="1544384"/>
            <a:ext cx="1036811" cy="204385"/>
          </a:xfrm>
          <a:prstGeom prst="bentConnector3">
            <a:avLst>
              <a:gd name="adj1" fmla="val -6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肘形连接符 162">
            <a:extLst>
              <a:ext uri="{FF2B5EF4-FFF2-40B4-BE49-F238E27FC236}">
                <a16:creationId xmlns:a16="http://schemas.microsoft.com/office/drawing/2014/main" id="{4DA715A6-6DC9-F5D8-E6D2-0AAFBD56B3AC}"/>
              </a:ext>
            </a:extLst>
          </p:cNvPr>
          <p:cNvCxnSpPr/>
          <p:nvPr/>
        </p:nvCxnSpPr>
        <p:spPr>
          <a:xfrm flipV="1">
            <a:off x="7457055" y="2167136"/>
            <a:ext cx="1050759" cy="195227"/>
          </a:xfrm>
          <a:prstGeom prst="bentConnector3">
            <a:avLst>
              <a:gd name="adj1" fmla="val -15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29602383-5A53-1D84-91BD-1B806A01D114}"/>
              </a:ext>
            </a:extLst>
          </p:cNvPr>
          <p:cNvCxnSpPr/>
          <p:nvPr/>
        </p:nvCxnSpPr>
        <p:spPr>
          <a:xfrm>
            <a:off x="8197977" y="1200319"/>
            <a:ext cx="2022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639B0BA2-9ADA-589D-9611-92324B41BBFE}"/>
              </a:ext>
            </a:extLst>
          </p:cNvPr>
          <p:cNvCxnSpPr/>
          <p:nvPr/>
        </p:nvCxnSpPr>
        <p:spPr>
          <a:xfrm>
            <a:off x="8197977" y="2746330"/>
            <a:ext cx="2022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E7AC1AA6-FC10-9E5B-0417-FDCF3B701086}"/>
              </a:ext>
            </a:extLst>
          </p:cNvPr>
          <p:cNvSpPr/>
          <p:nvPr/>
        </p:nvSpPr>
        <p:spPr>
          <a:xfrm>
            <a:off x="219437" y="3671229"/>
            <a:ext cx="3918824" cy="323959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2" name="圆角矩形 171">
            <a:extLst>
              <a:ext uri="{FF2B5EF4-FFF2-40B4-BE49-F238E27FC236}">
                <a16:creationId xmlns:a16="http://schemas.microsoft.com/office/drawing/2014/main" id="{4AF70424-4A8C-44EB-4FF6-3FA4F13AF498}"/>
              </a:ext>
            </a:extLst>
          </p:cNvPr>
          <p:cNvSpPr/>
          <p:nvPr/>
        </p:nvSpPr>
        <p:spPr>
          <a:xfrm>
            <a:off x="4162126" y="3671229"/>
            <a:ext cx="3981577" cy="3239596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46ECFC7B-B4F9-D1A1-84E4-B22D25C78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85" y="3894940"/>
            <a:ext cx="586833" cy="607070"/>
          </a:xfrm>
          <a:prstGeom prst="rect">
            <a:avLst/>
          </a:prstGeom>
        </p:spPr>
      </p:pic>
      <p:sp>
        <p:nvSpPr>
          <p:cNvPr id="174" name="圆角矩形 173">
            <a:extLst>
              <a:ext uri="{FF2B5EF4-FFF2-40B4-BE49-F238E27FC236}">
                <a16:creationId xmlns:a16="http://schemas.microsoft.com/office/drawing/2014/main" id="{25B41289-44B4-20C7-67EC-599714C6466C}"/>
              </a:ext>
            </a:extLst>
          </p:cNvPr>
          <p:cNvSpPr/>
          <p:nvPr/>
        </p:nvSpPr>
        <p:spPr>
          <a:xfrm>
            <a:off x="415246" y="5837638"/>
            <a:ext cx="919672" cy="3352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endParaRPr kumimoji="1"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圆角矩形 174">
            <a:extLst>
              <a:ext uri="{FF2B5EF4-FFF2-40B4-BE49-F238E27FC236}">
                <a16:creationId xmlns:a16="http://schemas.microsoft.com/office/drawing/2014/main" id="{BC98BAB8-FD47-3DF8-74FE-D2CAC24694CD}"/>
              </a:ext>
            </a:extLst>
          </p:cNvPr>
          <p:cNvSpPr/>
          <p:nvPr/>
        </p:nvSpPr>
        <p:spPr>
          <a:xfrm>
            <a:off x="3024194" y="5348227"/>
            <a:ext cx="968772" cy="5684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 Positive</a:t>
            </a:r>
            <a:endParaRPr kumimoji="1"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圆角矩形 175">
            <a:extLst>
              <a:ext uri="{FF2B5EF4-FFF2-40B4-BE49-F238E27FC236}">
                <a16:creationId xmlns:a16="http://schemas.microsoft.com/office/drawing/2014/main" id="{5875BD27-B8F2-E601-D45E-00E66F5169B9}"/>
              </a:ext>
            </a:extLst>
          </p:cNvPr>
          <p:cNvSpPr/>
          <p:nvPr/>
        </p:nvSpPr>
        <p:spPr>
          <a:xfrm>
            <a:off x="3050055" y="6058060"/>
            <a:ext cx="968772" cy="5684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 Positive</a:t>
            </a:r>
            <a:endParaRPr kumimoji="1"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圆角矩形 178">
            <a:extLst>
              <a:ext uri="{FF2B5EF4-FFF2-40B4-BE49-F238E27FC236}">
                <a16:creationId xmlns:a16="http://schemas.microsoft.com/office/drawing/2014/main" id="{A295CDFF-791F-AC5A-BCFB-CF2788D86AE3}"/>
              </a:ext>
            </a:extLst>
          </p:cNvPr>
          <p:cNvSpPr/>
          <p:nvPr/>
        </p:nvSpPr>
        <p:spPr>
          <a:xfrm>
            <a:off x="1627397" y="5484631"/>
            <a:ext cx="291578" cy="104131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√</a:t>
            </a:r>
            <a:endParaRPr kumimoji="1" lang="zh-CN" altLang="en-US" dirty="0"/>
          </a:p>
        </p:txBody>
      </p:sp>
      <p:pic>
        <p:nvPicPr>
          <p:cNvPr id="180" name="图片 179">
            <a:extLst>
              <a:ext uri="{FF2B5EF4-FFF2-40B4-BE49-F238E27FC236}">
                <a16:creationId xmlns:a16="http://schemas.microsoft.com/office/drawing/2014/main" id="{F66248A4-2523-1203-5E28-1B65488D1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66786" y="5897336"/>
            <a:ext cx="812800" cy="215900"/>
          </a:xfrm>
          <a:prstGeom prst="rect">
            <a:avLst/>
          </a:prstGeom>
        </p:spPr>
      </p:pic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6B0C30BB-6025-0FD0-B6EA-FE74A995A58A}"/>
              </a:ext>
            </a:extLst>
          </p:cNvPr>
          <p:cNvCxnSpPr>
            <a:stCxn id="174" idx="3"/>
            <a:endCxn id="179" idx="1"/>
          </p:cNvCxnSpPr>
          <p:nvPr/>
        </p:nvCxnSpPr>
        <p:spPr>
          <a:xfrm>
            <a:off x="1334918" y="6005286"/>
            <a:ext cx="2924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0D2222A0-5B35-6E3E-0858-6841AE2B1584}"/>
              </a:ext>
            </a:extLst>
          </p:cNvPr>
          <p:cNvSpPr/>
          <p:nvPr/>
        </p:nvSpPr>
        <p:spPr>
          <a:xfrm>
            <a:off x="2121696" y="5764013"/>
            <a:ext cx="687019" cy="4825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llava</a:t>
            </a:r>
            <a:endParaRPr kumimoji="1"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B7B71C85-FD67-1E51-D94A-1371717513C6}"/>
              </a:ext>
            </a:extLst>
          </p:cNvPr>
          <p:cNvCxnSpPr>
            <a:stCxn id="179" idx="3"/>
          </p:cNvCxnSpPr>
          <p:nvPr/>
        </p:nvCxnSpPr>
        <p:spPr>
          <a:xfrm flipV="1">
            <a:off x="1918975" y="6005285"/>
            <a:ext cx="1890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肘形连接符 191">
            <a:extLst>
              <a:ext uri="{FF2B5EF4-FFF2-40B4-BE49-F238E27FC236}">
                <a16:creationId xmlns:a16="http://schemas.microsoft.com/office/drawing/2014/main" id="{87AA4103-010B-6033-4B1A-A36A8D3C9FE0}"/>
              </a:ext>
            </a:extLst>
          </p:cNvPr>
          <p:cNvCxnSpPr>
            <a:stCxn id="184" idx="0"/>
            <a:endCxn id="175" idx="1"/>
          </p:cNvCxnSpPr>
          <p:nvPr/>
        </p:nvCxnSpPr>
        <p:spPr>
          <a:xfrm rot="5400000" flipH="1" flipV="1">
            <a:off x="2678908" y="5418727"/>
            <a:ext cx="131584" cy="5589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肘形连接符 193">
            <a:extLst>
              <a:ext uri="{FF2B5EF4-FFF2-40B4-BE49-F238E27FC236}">
                <a16:creationId xmlns:a16="http://schemas.microsoft.com/office/drawing/2014/main" id="{5BE419B5-D406-5E0C-C2D5-FAA8FDC0D5C8}"/>
              </a:ext>
            </a:extLst>
          </p:cNvPr>
          <p:cNvCxnSpPr>
            <a:stCxn id="184" idx="2"/>
            <a:endCxn id="176" idx="1"/>
          </p:cNvCxnSpPr>
          <p:nvPr/>
        </p:nvCxnSpPr>
        <p:spPr>
          <a:xfrm rot="16200000" flipH="1">
            <a:off x="2709778" y="6001984"/>
            <a:ext cx="95705" cy="584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线连接符 195">
            <a:extLst>
              <a:ext uri="{FF2B5EF4-FFF2-40B4-BE49-F238E27FC236}">
                <a16:creationId xmlns:a16="http://schemas.microsoft.com/office/drawing/2014/main" id="{B9D36B39-4131-7C57-D886-63D12864A210}"/>
              </a:ext>
            </a:extLst>
          </p:cNvPr>
          <p:cNvCxnSpPr>
            <a:stCxn id="171" idx="1"/>
            <a:endCxn id="171" idx="3"/>
          </p:cNvCxnSpPr>
          <p:nvPr/>
        </p:nvCxnSpPr>
        <p:spPr>
          <a:xfrm>
            <a:off x="219437" y="5291027"/>
            <a:ext cx="3918824" cy="0"/>
          </a:xfrm>
          <a:prstGeom prst="line">
            <a:avLst/>
          </a:prstGeom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8" name="圆角矩形 197">
            <a:extLst>
              <a:ext uri="{FF2B5EF4-FFF2-40B4-BE49-F238E27FC236}">
                <a16:creationId xmlns:a16="http://schemas.microsoft.com/office/drawing/2014/main" id="{FC895211-64C6-0AD0-E2C9-D6A1DD3E14AB}"/>
              </a:ext>
            </a:extLst>
          </p:cNvPr>
          <p:cNvSpPr/>
          <p:nvPr/>
        </p:nvSpPr>
        <p:spPr>
          <a:xfrm>
            <a:off x="1359895" y="3867609"/>
            <a:ext cx="1497905" cy="11514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kumimoji="1"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圆角矩形 198">
            <a:extLst>
              <a:ext uri="{FF2B5EF4-FFF2-40B4-BE49-F238E27FC236}">
                <a16:creationId xmlns:a16="http://schemas.microsoft.com/office/drawing/2014/main" id="{47DC4B61-FF80-7989-2373-6CF54B3A010A}"/>
              </a:ext>
            </a:extLst>
          </p:cNvPr>
          <p:cNvSpPr/>
          <p:nvPr/>
        </p:nvSpPr>
        <p:spPr>
          <a:xfrm>
            <a:off x="415246" y="4778156"/>
            <a:ext cx="746593" cy="178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kumimoji="1"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线箭头连接符 200">
            <a:extLst>
              <a:ext uri="{FF2B5EF4-FFF2-40B4-BE49-F238E27FC236}">
                <a16:creationId xmlns:a16="http://schemas.microsoft.com/office/drawing/2014/main" id="{BD98E4AD-2B6C-9F2B-7FFA-455C6F8A028E}"/>
              </a:ext>
            </a:extLst>
          </p:cNvPr>
          <p:cNvCxnSpPr/>
          <p:nvPr/>
        </p:nvCxnSpPr>
        <p:spPr>
          <a:xfrm>
            <a:off x="1057118" y="4223833"/>
            <a:ext cx="292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直线箭头连接符 202">
            <a:extLst>
              <a:ext uri="{FF2B5EF4-FFF2-40B4-BE49-F238E27FC236}">
                <a16:creationId xmlns:a16="http://schemas.microsoft.com/office/drawing/2014/main" id="{4EA2814E-E0C7-B8E5-5C85-2520F9EC3154}"/>
              </a:ext>
            </a:extLst>
          </p:cNvPr>
          <p:cNvCxnSpPr>
            <a:cxnSpLocks/>
            <a:stCxn id="199" idx="3"/>
          </p:cNvCxnSpPr>
          <p:nvPr/>
        </p:nvCxnSpPr>
        <p:spPr>
          <a:xfrm>
            <a:off x="1161839" y="4867504"/>
            <a:ext cx="1986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圆角矩形 206">
            <a:extLst>
              <a:ext uri="{FF2B5EF4-FFF2-40B4-BE49-F238E27FC236}">
                <a16:creationId xmlns:a16="http://schemas.microsoft.com/office/drawing/2014/main" id="{97FF84B8-1B75-EB5F-F444-C58B916E94D5}"/>
              </a:ext>
            </a:extLst>
          </p:cNvPr>
          <p:cNvSpPr/>
          <p:nvPr/>
        </p:nvSpPr>
        <p:spPr>
          <a:xfrm>
            <a:off x="3003043" y="3894940"/>
            <a:ext cx="968772" cy="4738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algn="ctr"/>
            <a:r>
              <a:rPr kumimoji="1"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Same-label</a:t>
            </a:r>
            <a:endParaRPr kumimoji="1"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圆角矩形 207">
            <a:extLst>
              <a:ext uri="{FF2B5EF4-FFF2-40B4-BE49-F238E27FC236}">
                <a16:creationId xmlns:a16="http://schemas.microsoft.com/office/drawing/2014/main" id="{EC382CB5-50AB-26D6-5CB3-6002E7AF79DD}"/>
              </a:ext>
            </a:extLst>
          </p:cNvPr>
          <p:cNvSpPr/>
          <p:nvPr/>
        </p:nvSpPr>
        <p:spPr>
          <a:xfrm>
            <a:off x="3003043" y="4557770"/>
            <a:ext cx="968772" cy="4738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pPr algn="ctr"/>
            <a:r>
              <a:rPr kumimoji="1" lang="en-US" altLang="zh-CN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Diff-label</a:t>
            </a:r>
            <a:endParaRPr kumimoji="1" lang="zh-CN" altLang="en-US" sz="1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7DFD7F43-CD38-2910-B97A-9879927F78DF}"/>
              </a:ext>
            </a:extLst>
          </p:cNvPr>
          <p:cNvCxnSpPr>
            <a:endCxn id="207" idx="1"/>
          </p:cNvCxnSpPr>
          <p:nvPr/>
        </p:nvCxnSpPr>
        <p:spPr>
          <a:xfrm flipV="1">
            <a:off x="2832823" y="4131870"/>
            <a:ext cx="170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C03CBA8E-37FD-B778-F754-47C6A3B8E056}"/>
              </a:ext>
            </a:extLst>
          </p:cNvPr>
          <p:cNvCxnSpPr>
            <a:endCxn id="208" idx="1"/>
          </p:cNvCxnSpPr>
          <p:nvPr/>
        </p:nvCxnSpPr>
        <p:spPr>
          <a:xfrm>
            <a:off x="2832823" y="4778156"/>
            <a:ext cx="170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3" name="图片 212">
            <a:extLst>
              <a:ext uri="{FF2B5EF4-FFF2-40B4-BE49-F238E27FC236}">
                <a16:creationId xmlns:a16="http://schemas.microsoft.com/office/drawing/2014/main" id="{BCA419EC-DDCB-2A8E-87F9-94EE5A3B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036" y="3894310"/>
            <a:ext cx="651900" cy="674381"/>
          </a:xfrm>
          <a:prstGeom prst="rect">
            <a:avLst/>
          </a:prstGeom>
        </p:spPr>
      </p:pic>
      <p:pic>
        <p:nvPicPr>
          <p:cNvPr id="220" name="图片 219">
            <a:extLst>
              <a:ext uri="{FF2B5EF4-FFF2-40B4-BE49-F238E27FC236}">
                <a16:creationId xmlns:a16="http://schemas.microsoft.com/office/drawing/2014/main" id="{02773F8B-F69A-F51F-E364-A699273C0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09" y="4119678"/>
            <a:ext cx="234370" cy="234370"/>
          </a:xfrm>
          <a:prstGeom prst="rect">
            <a:avLst/>
          </a:prstGeom>
        </p:spPr>
      </p:pic>
      <p:pic>
        <p:nvPicPr>
          <p:cNvPr id="222" name="图片 221">
            <a:extLst>
              <a:ext uri="{FF2B5EF4-FFF2-40B4-BE49-F238E27FC236}">
                <a16:creationId xmlns:a16="http://schemas.microsoft.com/office/drawing/2014/main" id="{3C36CDDA-5BBC-5BDE-5AEE-5A4FD291A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965" y="3894940"/>
            <a:ext cx="234370" cy="234370"/>
          </a:xfrm>
          <a:prstGeom prst="rect">
            <a:avLst/>
          </a:prstGeom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A664F4E7-DB2A-B9FA-745B-A59D455C2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743" y="3894940"/>
            <a:ext cx="234370" cy="234370"/>
          </a:xfrm>
          <a:prstGeom prst="rect">
            <a:avLst/>
          </a:prstGeom>
        </p:spPr>
      </p:pic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C991C568-0EB5-BB57-E1C1-7FB437E378C8}"/>
              </a:ext>
            </a:extLst>
          </p:cNvPr>
          <p:cNvCxnSpPr/>
          <p:nvPr/>
        </p:nvCxnSpPr>
        <p:spPr>
          <a:xfrm>
            <a:off x="4389109" y="4114800"/>
            <a:ext cx="651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1" name="图片 220">
            <a:extLst>
              <a:ext uri="{FF2B5EF4-FFF2-40B4-BE49-F238E27FC236}">
                <a16:creationId xmlns:a16="http://schemas.microsoft.com/office/drawing/2014/main" id="{D0D425D4-3ABC-4EC4-A507-0212C97E2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552" y="4329592"/>
            <a:ext cx="234370" cy="234370"/>
          </a:xfrm>
          <a:prstGeom prst="rect">
            <a:avLst/>
          </a:prstGeom>
        </p:spPr>
      </p:pic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9902BE32-1CF3-F9CD-74C1-AFB1F4FC03B5}"/>
              </a:ext>
            </a:extLst>
          </p:cNvPr>
          <p:cNvCxnSpPr/>
          <p:nvPr/>
        </p:nvCxnSpPr>
        <p:spPr>
          <a:xfrm>
            <a:off x="4389109" y="4347519"/>
            <a:ext cx="651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4B3E370E-D7FF-EFA6-5435-310E72B17CCE}"/>
              </a:ext>
            </a:extLst>
          </p:cNvPr>
          <p:cNvCxnSpPr>
            <a:cxnSpLocks/>
          </p:cNvCxnSpPr>
          <p:nvPr/>
        </p:nvCxnSpPr>
        <p:spPr>
          <a:xfrm>
            <a:off x="4618257" y="3894940"/>
            <a:ext cx="0" cy="6743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8C7AE234-A9CE-E323-931A-D416B752A7F5}"/>
              </a:ext>
            </a:extLst>
          </p:cNvPr>
          <p:cNvCxnSpPr>
            <a:cxnSpLocks/>
          </p:cNvCxnSpPr>
          <p:nvPr/>
        </p:nvCxnSpPr>
        <p:spPr>
          <a:xfrm>
            <a:off x="4844798" y="3894940"/>
            <a:ext cx="0" cy="6743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74C0061E-17A4-211F-9566-E15C1DD0C9CA}"/>
              </a:ext>
            </a:extLst>
          </p:cNvPr>
          <p:cNvCxnSpPr>
            <a:cxnSpLocks/>
          </p:cNvCxnSpPr>
          <p:nvPr/>
        </p:nvCxnSpPr>
        <p:spPr>
          <a:xfrm flipV="1">
            <a:off x="5048289" y="4203114"/>
            <a:ext cx="339066" cy="3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5" name="图片 224">
            <a:extLst>
              <a:ext uri="{FF2B5EF4-FFF2-40B4-BE49-F238E27FC236}">
                <a16:creationId xmlns:a16="http://schemas.microsoft.com/office/drawing/2014/main" id="{6A07A132-CCB5-FC14-E25C-C78941409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6083" y="3735159"/>
            <a:ext cx="253615" cy="225436"/>
          </a:xfrm>
          <a:prstGeom prst="rect">
            <a:avLst/>
          </a:prstGeom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783C1ED5-597B-E604-754A-B685D0F209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4969" y="3969475"/>
            <a:ext cx="246421" cy="266956"/>
          </a:xfrm>
          <a:prstGeom prst="rect">
            <a:avLst/>
          </a:prstGeom>
        </p:spPr>
      </p:pic>
      <p:pic>
        <p:nvPicPr>
          <p:cNvPr id="228" name="图片 227">
            <a:extLst>
              <a:ext uri="{FF2B5EF4-FFF2-40B4-BE49-F238E27FC236}">
                <a16:creationId xmlns:a16="http://schemas.microsoft.com/office/drawing/2014/main" id="{9BC6AD04-EA68-DA2D-923C-96EF4A00F9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6083" y="4239200"/>
            <a:ext cx="255307" cy="271237"/>
          </a:xfrm>
          <a:prstGeom prst="rect">
            <a:avLst/>
          </a:prstGeom>
        </p:spPr>
      </p:pic>
      <p:pic>
        <p:nvPicPr>
          <p:cNvPr id="230" name="图片 229" descr="人的手&#10;&#10;低可信度描述已自动生成">
            <a:extLst>
              <a:ext uri="{FF2B5EF4-FFF2-40B4-BE49-F238E27FC236}">
                <a16:creationId xmlns:a16="http://schemas.microsoft.com/office/drawing/2014/main" id="{480E4200-EA52-75D9-D293-B1BBDB4E3D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589" y="4509569"/>
            <a:ext cx="260801" cy="241482"/>
          </a:xfrm>
          <a:prstGeom prst="rect">
            <a:avLst/>
          </a:prstGeom>
        </p:spPr>
      </p:pic>
      <p:pic>
        <p:nvPicPr>
          <p:cNvPr id="232" name="图片 231" descr="人的脸&#10;&#10;低可信度描述已自动生成">
            <a:extLst>
              <a:ext uri="{FF2B5EF4-FFF2-40B4-BE49-F238E27FC236}">
                <a16:creationId xmlns:a16="http://schemas.microsoft.com/office/drawing/2014/main" id="{3C5F5459-5654-93A6-C779-3FCFC9AB32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6083" y="4755629"/>
            <a:ext cx="245405" cy="245405"/>
          </a:xfrm>
          <a:prstGeom prst="rect">
            <a:avLst/>
          </a:prstGeom>
        </p:spPr>
      </p:pic>
      <p:sp>
        <p:nvSpPr>
          <p:cNvPr id="233" name="梯形 232">
            <a:extLst>
              <a:ext uri="{FF2B5EF4-FFF2-40B4-BE49-F238E27FC236}">
                <a16:creationId xmlns:a16="http://schemas.microsoft.com/office/drawing/2014/main" id="{F6C84E37-2E14-F8DF-7F4E-5CFF378880E9}"/>
              </a:ext>
            </a:extLst>
          </p:cNvPr>
          <p:cNvSpPr/>
          <p:nvPr/>
        </p:nvSpPr>
        <p:spPr>
          <a:xfrm rot="5400000">
            <a:off x="5719055" y="4017241"/>
            <a:ext cx="753889" cy="466382"/>
          </a:xfrm>
          <a:prstGeom prst="trapezoid">
            <a:avLst>
              <a:gd name="adj" fmla="val 5103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E852327-24A5-2510-CEC6-37929D95008C}"/>
              </a:ext>
            </a:extLst>
          </p:cNvPr>
          <p:cNvSpPr txBox="1"/>
          <p:nvPr/>
        </p:nvSpPr>
        <p:spPr>
          <a:xfrm>
            <a:off x="5791442" y="4128869"/>
            <a:ext cx="6091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kumimoji="1"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4" name="直线箭头连接符 243">
            <a:extLst>
              <a:ext uri="{FF2B5EF4-FFF2-40B4-BE49-F238E27FC236}">
                <a16:creationId xmlns:a16="http://schemas.microsoft.com/office/drawing/2014/main" id="{77CD274D-9EBF-11FC-5E9E-D540F4D7F65A}"/>
              </a:ext>
            </a:extLst>
          </p:cNvPr>
          <p:cNvCxnSpPr>
            <a:cxnSpLocks/>
            <a:endCxn id="237" idx="1"/>
          </p:cNvCxnSpPr>
          <p:nvPr/>
        </p:nvCxnSpPr>
        <p:spPr>
          <a:xfrm>
            <a:off x="6922808" y="4258862"/>
            <a:ext cx="366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" name="梯形 234">
            <a:extLst>
              <a:ext uri="{FF2B5EF4-FFF2-40B4-BE49-F238E27FC236}">
                <a16:creationId xmlns:a16="http://schemas.microsoft.com/office/drawing/2014/main" id="{02901DBD-5754-C3FA-24E3-B7C45EE692A3}"/>
              </a:ext>
            </a:extLst>
          </p:cNvPr>
          <p:cNvSpPr/>
          <p:nvPr/>
        </p:nvSpPr>
        <p:spPr>
          <a:xfrm rot="16200000">
            <a:off x="6422055" y="4021292"/>
            <a:ext cx="753889" cy="466382"/>
          </a:xfrm>
          <a:prstGeom prst="trapezoid">
            <a:avLst>
              <a:gd name="adj" fmla="val 5103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B0408688-66F9-D7BB-2E56-380FD3D10B64}"/>
              </a:ext>
            </a:extLst>
          </p:cNvPr>
          <p:cNvSpPr txBox="1"/>
          <p:nvPr/>
        </p:nvSpPr>
        <p:spPr>
          <a:xfrm>
            <a:off x="6509749" y="4142797"/>
            <a:ext cx="6091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kumimoji="1"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7" name="图片 236">
            <a:extLst>
              <a:ext uri="{FF2B5EF4-FFF2-40B4-BE49-F238E27FC236}">
                <a16:creationId xmlns:a16="http://schemas.microsoft.com/office/drawing/2014/main" id="{9E95B54A-2DC5-6F1A-3680-F85493DAE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82" y="3921671"/>
            <a:ext cx="651900" cy="674381"/>
          </a:xfrm>
          <a:prstGeom prst="rect">
            <a:avLst/>
          </a:prstGeom>
        </p:spPr>
      </p:pic>
      <p:cxnSp>
        <p:nvCxnSpPr>
          <p:cNvPr id="239" name="直线箭头连接符 238">
            <a:extLst>
              <a:ext uri="{FF2B5EF4-FFF2-40B4-BE49-F238E27FC236}">
                <a16:creationId xmlns:a16="http://schemas.microsoft.com/office/drawing/2014/main" id="{B915C9AF-7FC3-1646-54D6-16C84BCF67D3}"/>
              </a:ext>
            </a:extLst>
          </p:cNvPr>
          <p:cNvCxnSpPr>
            <a:endCxn id="234" idx="1"/>
          </p:cNvCxnSpPr>
          <p:nvPr/>
        </p:nvCxnSpPr>
        <p:spPr>
          <a:xfrm>
            <a:off x="5678380" y="4230411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67504B6B-29F9-140F-CD5C-867B31DD2B58}"/>
              </a:ext>
            </a:extLst>
          </p:cNvPr>
          <p:cNvCxnSpPr>
            <a:cxnSpLocks/>
            <a:stCxn id="234" idx="3"/>
            <a:endCxn id="236" idx="1"/>
          </p:cNvCxnSpPr>
          <p:nvPr/>
        </p:nvCxnSpPr>
        <p:spPr>
          <a:xfrm>
            <a:off x="6400557" y="4244285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EBDDF371-8AAF-DB32-8AF3-209EC7771895}"/>
              </a:ext>
            </a:extLst>
          </p:cNvPr>
          <p:cNvCxnSpPr>
            <a:cxnSpLocks/>
          </p:cNvCxnSpPr>
          <p:nvPr/>
        </p:nvCxnSpPr>
        <p:spPr>
          <a:xfrm>
            <a:off x="7289782" y="4136942"/>
            <a:ext cx="651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37143648-BD98-CCC3-EB06-E4E5A93622D8}"/>
              </a:ext>
            </a:extLst>
          </p:cNvPr>
          <p:cNvCxnSpPr>
            <a:cxnSpLocks/>
          </p:cNvCxnSpPr>
          <p:nvPr/>
        </p:nvCxnSpPr>
        <p:spPr>
          <a:xfrm>
            <a:off x="7289782" y="4376428"/>
            <a:ext cx="651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B186AB1E-47C8-33B2-A727-20D9BC19869E}"/>
              </a:ext>
            </a:extLst>
          </p:cNvPr>
          <p:cNvCxnSpPr>
            <a:cxnSpLocks/>
          </p:cNvCxnSpPr>
          <p:nvPr/>
        </p:nvCxnSpPr>
        <p:spPr>
          <a:xfrm>
            <a:off x="7519937" y="3903649"/>
            <a:ext cx="0" cy="6743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6D6B6495-EAAB-E363-63A3-FF0BC4AC7EDE}"/>
              </a:ext>
            </a:extLst>
          </p:cNvPr>
          <p:cNvCxnSpPr>
            <a:cxnSpLocks/>
          </p:cNvCxnSpPr>
          <p:nvPr/>
        </p:nvCxnSpPr>
        <p:spPr>
          <a:xfrm>
            <a:off x="7733297" y="3917653"/>
            <a:ext cx="0" cy="6743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874A2DE7-1D60-AF78-B403-5E105C42A11B}"/>
              </a:ext>
            </a:extLst>
          </p:cNvPr>
          <p:cNvCxnSpPr>
            <a:stCxn id="172" idx="1"/>
            <a:endCxn id="172" idx="3"/>
          </p:cNvCxnSpPr>
          <p:nvPr/>
        </p:nvCxnSpPr>
        <p:spPr>
          <a:xfrm>
            <a:off x="4162126" y="5291027"/>
            <a:ext cx="3981577" cy="0"/>
          </a:xfrm>
          <a:prstGeom prst="line">
            <a:avLst/>
          </a:prstGeom>
          <a:ln w="19050" cap="flat" cmpd="sng" algn="ctr">
            <a:solidFill>
              <a:schemeClr val="accent4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4" name="圆角矩形 253">
            <a:extLst>
              <a:ext uri="{FF2B5EF4-FFF2-40B4-BE49-F238E27FC236}">
                <a16:creationId xmlns:a16="http://schemas.microsoft.com/office/drawing/2014/main" id="{FD9A3F18-8FEF-AD0F-9646-787329B08710}"/>
              </a:ext>
            </a:extLst>
          </p:cNvPr>
          <p:cNvSpPr/>
          <p:nvPr/>
        </p:nvSpPr>
        <p:spPr>
          <a:xfrm>
            <a:off x="4340996" y="5750946"/>
            <a:ext cx="945149" cy="5086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</a:p>
          <a:p>
            <a:pPr algn="ctr"/>
            <a:r>
              <a:rPr kumimoji="1" lang="en-US" altLang="zh-CN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Captions</a:t>
            </a:r>
            <a:endParaRPr kumimoji="1" lang="zh-CN" altLang="en-US" sz="12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6" name="直线箭头连接符 255">
            <a:extLst>
              <a:ext uri="{FF2B5EF4-FFF2-40B4-BE49-F238E27FC236}">
                <a16:creationId xmlns:a16="http://schemas.microsoft.com/office/drawing/2014/main" id="{2430FEA2-68D7-AFDB-47C9-DAF039BFF733}"/>
              </a:ext>
            </a:extLst>
          </p:cNvPr>
          <p:cNvCxnSpPr>
            <a:cxnSpLocks/>
            <a:stCxn id="254" idx="3"/>
          </p:cNvCxnSpPr>
          <p:nvPr/>
        </p:nvCxnSpPr>
        <p:spPr>
          <a:xfrm>
            <a:off x="5286145" y="6005285"/>
            <a:ext cx="2773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0" name="梯形 259">
            <a:extLst>
              <a:ext uri="{FF2B5EF4-FFF2-40B4-BE49-F238E27FC236}">
                <a16:creationId xmlns:a16="http://schemas.microsoft.com/office/drawing/2014/main" id="{35FAD995-4999-60A6-2F2A-6542621AE747}"/>
              </a:ext>
            </a:extLst>
          </p:cNvPr>
          <p:cNvSpPr/>
          <p:nvPr/>
        </p:nvSpPr>
        <p:spPr>
          <a:xfrm rot="5400000">
            <a:off x="5534627" y="5801551"/>
            <a:ext cx="753889" cy="466382"/>
          </a:xfrm>
          <a:prstGeom prst="trapezoid">
            <a:avLst>
              <a:gd name="adj" fmla="val 5103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9115643A-A8FC-A20B-FD07-A2E4221F995B}"/>
              </a:ext>
            </a:extLst>
          </p:cNvPr>
          <p:cNvSpPr txBox="1"/>
          <p:nvPr/>
        </p:nvSpPr>
        <p:spPr>
          <a:xfrm>
            <a:off x="5607014" y="5913179"/>
            <a:ext cx="6091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kumimoji="1"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梯形 261">
            <a:extLst>
              <a:ext uri="{FF2B5EF4-FFF2-40B4-BE49-F238E27FC236}">
                <a16:creationId xmlns:a16="http://schemas.microsoft.com/office/drawing/2014/main" id="{7FA3ACF6-E3A6-A6DD-96C7-3781A16F3E0F}"/>
              </a:ext>
            </a:extLst>
          </p:cNvPr>
          <p:cNvSpPr/>
          <p:nvPr/>
        </p:nvSpPr>
        <p:spPr>
          <a:xfrm rot="16200000">
            <a:off x="6237627" y="5805602"/>
            <a:ext cx="753889" cy="466382"/>
          </a:xfrm>
          <a:prstGeom prst="trapezoid">
            <a:avLst>
              <a:gd name="adj" fmla="val 5103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92715632-0225-4A64-4733-8A6A5F0B7F13}"/>
              </a:ext>
            </a:extLst>
          </p:cNvPr>
          <p:cNvSpPr txBox="1"/>
          <p:nvPr/>
        </p:nvSpPr>
        <p:spPr>
          <a:xfrm>
            <a:off x="6325321" y="5927107"/>
            <a:ext cx="6091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kumimoji="1"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28B22C4C-B6C2-D352-0DC9-B7A9611823CC}"/>
              </a:ext>
            </a:extLst>
          </p:cNvPr>
          <p:cNvCxnSpPr>
            <a:cxnSpLocks/>
            <a:stCxn id="261" idx="3"/>
            <a:endCxn id="263" idx="1"/>
          </p:cNvCxnSpPr>
          <p:nvPr/>
        </p:nvCxnSpPr>
        <p:spPr>
          <a:xfrm>
            <a:off x="6216129" y="6028595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直线箭头连接符 266">
            <a:extLst>
              <a:ext uri="{FF2B5EF4-FFF2-40B4-BE49-F238E27FC236}">
                <a16:creationId xmlns:a16="http://schemas.microsoft.com/office/drawing/2014/main" id="{9F29CC9E-FD8B-C444-D405-472094DA6DDA}"/>
              </a:ext>
            </a:extLst>
          </p:cNvPr>
          <p:cNvCxnSpPr>
            <a:stCxn id="263" idx="3"/>
          </p:cNvCxnSpPr>
          <p:nvPr/>
        </p:nvCxnSpPr>
        <p:spPr>
          <a:xfrm flipV="1">
            <a:off x="6934437" y="6039361"/>
            <a:ext cx="342618" cy="3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9" name="圆角矩形 268">
            <a:extLst>
              <a:ext uri="{FF2B5EF4-FFF2-40B4-BE49-F238E27FC236}">
                <a16:creationId xmlns:a16="http://schemas.microsoft.com/office/drawing/2014/main" id="{96EC1194-0ED5-20F4-A528-D0480C461C42}"/>
              </a:ext>
            </a:extLst>
          </p:cNvPr>
          <p:cNvSpPr/>
          <p:nvPr/>
        </p:nvSpPr>
        <p:spPr>
          <a:xfrm>
            <a:off x="7292533" y="5924813"/>
            <a:ext cx="798171" cy="2481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endParaRPr kumimoji="1" lang="zh-CN" altLang="en-US" sz="12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圆角矩形 269">
            <a:extLst>
              <a:ext uri="{FF2B5EF4-FFF2-40B4-BE49-F238E27FC236}">
                <a16:creationId xmlns:a16="http://schemas.microsoft.com/office/drawing/2014/main" id="{2168E349-1F7D-B598-FA19-2C7AADCE774F}"/>
              </a:ext>
            </a:extLst>
          </p:cNvPr>
          <p:cNvSpPr/>
          <p:nvPr/>
        </p:nvSpPr>
        <p:spPr>
          <a:xfrm>
            <a:off x="8289738" y="3658948"/>
            <a:ext cx="3844816" cy="3239596"/>
          </a:xfrm>
          <a:prstGeom prst="roundRect">
            <a:avLst/>
          </a:prstGeom>
          <a:solidFill>
            <a:schemeClr val="bg1"/>
          </a:solidFill>
          <a:ln>
            <a:solidFill>
              <a:srgbClr val="F1E2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1" name="圆角矩形 270">
            <a:extLst>
              <a:ext uri="{FF2B5EF4-FFF2-40B4-BE49-F238E27FC236}">
                <a16:creationId xmlns:a16="http://schemas.microsoft.com/office/drawing/2014/main" id="{C212D808-3C77-19BD-1090-2D98C238F4AC}"/>
              </a:ext>
            </a:extLst>
          </p:cNvPr>
          <p:cNvSpPr/>
          <p:nvPr/>
        </p:nvSpPr>
        <p:spPr>
          <a:xfrm>
            <a:off x="8433474" y="3772834"/>
            <a:ext cx="1597214" cy="13627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72" name="图片 271">
            <a:extLst>
              <a:ext uri="{FF2B5EF4-FFF2-40B4-BE49-F238E27FC236}">
                <a16:creationId xmlns:a16="http://schemas.microsoft.com/office/drawing/2014/main" id="{E2680353-D9F9-7EE1-A872-359BDFDFB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44" y="4575986"/>
            <a:ext cx="417530" cy="431928"/>
          </a:xfrm>
          <a:prstGeom prst="rect">
            <a:avLst/>
          </a:prstGeom>
        </p:spPr>
      </p:pic>
      <p:pic>
        <p:nvPicPr>
          <p:cNvPr id="273" name="图片 272">
            <a:extLst>
              <a:ext uri="{FF2B5EF4-FFF2-40B4-BE49-F238E27FC236}">
                <a16:creationId xmlns:a16="http://schemas.microsoft.com/office/drawing/2014/main" id="{0E1FD827-C8A2-197A-E418-3F7B565A0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468" y="4575986"/>
            <a:ext cx="417530" cy="431928"/>
          </a:xfrm>
          <a:prstGeom prst="rect">
            <a:avLst/>
          </a:prstGeom>
        </p:spPr>
      </p:pic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2947FBEA-EAE5-4405-BE2C-DFF9A2ECBA44}"/>
              </a:ext>
            </a:extLst>
          </p:cNvPr>
          <p:cNvCxnSpPr>
            <a:cxnSpLocks/>
            <a:stCxn id="272" idx="3"/>
          </p:cNvCxnSpPr>
          <p:nvPr/>
        </p:nvCxnSpPr>
        <p:spPr>
          <a:xfrm>
            <a:off x="9024274" y="4791950"/>
            <a:ext cx="3704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5" name="文本框 274">
            <a:extLst>
              <a:ext uri="{FF2B5EF4-FFF2-40B4-BE49-F238E27FC236}">
                <a16:creationId xmlns:a16="http://schemas.microsoft.com/office/drawing/2014/main" id="{B5A94547-F1F9-91F0-6D30-7381AA8E53FC}"/>
              </a:ext>
            </a:extLst>
          </p:cNvPr>
          <p:cNvSpPr txBox="1"/>
          <p:nvPr/>
        </p:nvSpPr>
        <p:spPr>
          <a:xfrm>
            <a:off x="8442476" y="3845504"/>
            <a:ext cx="1533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Image-Image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圆角矩形 275">
            <a:extLst>
              <a:ext uri="{FF2B5EF4-FFF2-40B4-BE49-F238E27FC236}">
                <a16:creationId xmlns:a16="http://schemas.microsoft.com/office/drawing/2014/main" id="{2F49B57F-BD99-7345-24EE-5D76423BDA8C}"/>
              </a:ext>
            </a:extLst>
          </p:cNvPr>
          <p:cNvSpPr/>
          <p:nvPr/>
        </p:nvSpPr>
        <p:spPr>
          <a:xfrm>
            <a:off x="10138483" y="3804934"/>
            <a:ext cx="1889554" cy="1362753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Caption-A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3C3708EE-A560-D610-6B9B-61A46502B0C7}"/>
              </a:ext>
            </a:extLst>
          </p:cNvPr>
          <p:cNvCxnSpPr>
            <a:cxnSpLocks/>
          </p:cNvCxnSpPr>
          <p:nvPr/>
        </p:nvCxnSpPr>
        <p:spPr>
          <a:xfrm>
            <a:off x="10912978" y="4836267"/>
            <a:ext cx="3704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DFB53BD4-9015-90BA-A797-1B2A0978F46C}"/>
              </a:ext>
            </a:extLst>
          </p:cNvPr>
          <p:cNvSpPr txBox="1"/>
          <p:nvPr/>
        </p:nvSpPr>
        <p:spPr>
          <a:xfrm>
            <a:off x="10316571" y="3893122"/>
            <a:ext cx="1533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Text-Text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65504CA3-A8DB-DBE8-6C10-EF2C34B26FF5}"/>
              </a:ext>
            </a:extLst>
          </p:cNvPr>
          <p:cNvSpPr txBox="1"/>
          <p:nvPr/>
        </p:nvSpPr>
        <p:spPr>
          <a:xfrm>
            <a:off x="10106499" y="4697767"/>
            <a:ext cx="988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Caption-A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4AB94C6C-1B13-AF79-ED24-8A030C98DA7F}"/>
              </a:ext>
            </a:extLst>
          </p:cNvPr>
          <p:cNvSpPr txBox="1"/>
          <p:nvPr/>
        </p:nvSpPr>
        <p:spPr>
          <a:xfrm>
            <a:off x="11203215" y="4688122"/>
            <a:ext cx="988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Caption-B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圆角矩形 280">
            <a:extLst>
              <a:ext uri="{FF2B5EF4-FFF2-40B4-BE49-F238E27FC236}">
                <a16:creationId xmlns:a16="http://schemas.microsoft.com/office/drawing/2014/main" id="{9825E272-AC47-AFA2-2017-0037742673F4}"/>
              </a:ext>
            </a:extLst>
          </p:cNvPr>
          <p:cNvSpPr/>
          <p:nvPr/>
        </p:nvSpPr>
        <p:spPr>
          <a:xfrm>
            <a:off x="9232081" y="5322905"/>
            <a:ext cx="1889554" cy="1362753"/>
          </a:xfrm>
          <a:prstGeom prst="roundRect">
            <a:avLst/>
          </a:prstGeom>
          <a:solidFill>
            <a:schemeClr val="bg1"/>
          </a:solidFill>
          <a:ln>
            <a:solidFill>
              <a:srgbClr val="F9E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82" name="图片 281">
            <a:extLst>
              <a:ext uri="{FF2B5EF4-FFF2-40B4-BE49-F238E27FC236}">
                <a16:creationId xmlns:a16="http://schemas.microsoft.com/office/drawing/2014/main" id="{51105781-ADED-3090-698C-E650FEA9E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575" y="6174620"/>
            <a:ext cx="417530" cy="431928"/>
          </a:xfrm>
          <a:prstGeom prst="rect">
            <a:avLst/>
          </a:prstGeom>
        </p:spPr>
      </p:pic>
      <p:cxnSp>
        <p:nvCxnSpPr>
          <p:cNvPr id="284" name="直线箭头连接符 283">
            <a:extLst>
              <a:ext uri="{FF2B5EF4-FFF2-40B4-BE49-F238E27FC236}">
                <a16:creationId xmlns:a16="http://schemas.microsoft.com/office/drawing/2014/main" id="{23FB52BB-4759-FFD1-FDDA-CF2C4F05CBB3}"/>
              </a:ext>
            </a:extLst>
          </p:cNvPr>
          <p:cNvCxnSpPr>
            <a:cxnSpLocks/>
            <a:stCxn id="282" idx="3"/>
          </p:cNvCxnSpPr>
          <p:nvPr/>
        </p:nvCxnSpPr>
        <p:spPr>
          <a:xfrm>
            <a:off x="10035105" y="6390584"/>
            <a:ext cx="3704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文本框 284">
            <a:extLst>
              <a:ext uri="{FF2B5EF4-FFF2-40B4-BE49-F238E27FC236}">
                <a16:creationId xmlns:a16="http://schemas.microsoft.com/office/drawing/2014/main" id="{ACCC7294-6EA8-1B8C-7914-11119F3AF2E6}"/>
              </a:ext>
            </a:extLst>
          </p:cNvPr>
          <p:cNvSpPr txBox="1"/>
          <p:nvPr/>
        </p:nvSpPr>
        <p:spPr>
          <a:xfrm>
            <a:off x="9448994" y="5390571"/>
            <a:ext cx="1533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Image-Text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</a:t>
            </a:r>
          </a:p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CABFD572-B9B4-D28B-AB01-516ADC677D9B}"/>
              </a:ext>
            </a:extLst>
          </p:cNvPr>
          <p:cNvSpPr txBox="1"/>
          <p:nvPr/>
        </p:nvSpPr>
        <p:spPr>
          <a:xfrm>
            <a:off x="10339922" y="6217703"/>
            <a:ext cx="988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54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41E9B0F-30EA-0A57-D069-4D72E8E31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641" y="145143"/>
            <a:ext cx="6770717" cy="656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68</Words>
  <Application>Microsoft Macintosh PowerPoint</Application>
  <PresentationFormat>宽屏</PresentationFormat>
  <Paragraphs>60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t11677</dc:creator>
  <cp:lastModifiedBy>t11677</cp:lastModifiedBy>
  <cp:revision>13</cp:revision>
  <dcterms:created xsi:type="dcterms:W3CDTF">2025-03-06T00:14:32Z</dcterms:created>
  <dcterms:modified xsi:type="dcterms:W3CDTF">2025-05-14T08:31:01Z</dcterms:modified>
</cp:coreProperties>
</file>